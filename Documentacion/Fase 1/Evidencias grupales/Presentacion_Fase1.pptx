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12191675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ubeEfYE079kp440Qadh3hN61H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f648c453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f648c453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f9f648c453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T_MASTER">
  <p:cSld name="AP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0"/>
          <p:cNvCxnSpPr/>
          <p:nvPr/>
        </p:nvCxnSpPr>
        <p:spPr>
          <a:xfrm>
            <a:off x="320040" y="6446520"/>
            <a:ext cx="11548872" cy="0"/>
          </a:xfrm>
          <a:prstGeom prst="straightConnector1">
            <a:avLst/>
          </a:prstGeom>
          <a:noFill/>
          <a:ln cap="flat" cmpd="sng" w="12700">
            <a:solidFill>
              <a:srgbClr val="D9EA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image1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36427"/>
            <a:ext cx="2377440" cy="52384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1" title="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01" y="1191887"/>
            <a:ext cx="11031494" cy="516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Tabla de contenido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6153912"/>
            <a:ext cx="1033272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 muestran los elementos principales de Fase 1; los documentos completos quedan como respaldo de entrega.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200" y="810768"/>
            <a:ext cx="9495827" cy="551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Problemática a Resolver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9725" y="810768"/>
            <a:ext cx="9944586" cy="551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Solución y Propuesta de Valor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425" y="810768"/>
            <a:ext cx="9923265" cy="551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Objetivo del Proyecto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75" y="1019718"/>
            <a:ext cx="11886876" cy="441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Alcances del Proyecto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6" title="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888" y="810768"/>
            <a:ext cx="9785890" cy="5510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Lista de Requerimientos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7" title="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800" y="810768"/>
            <a:ext cx="10026073" cy="5510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Diseño del Sistema · Modelo de Datos Relacional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85800" y="932688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2E63"/>
                </a:solidFill>
                <a:latin typeface="Arial"/>
                <a:ea typeface="Arial"/>
                <a:cs typeface="Arial"/>
                <a:sym typeface="Arial"/>
              </a:rPr>
              <a:t>Modelo DER diseñado para MySQL, con 24 tablas de negocio y relaciones orientadas a trazabilidad.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8" title="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325" y="1298448"/>
            <a:ext cx="3897951" cy="4870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 title="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450848"/>
            <a:ext cx="7390527" cy="4168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Diseño del Sistema · Diagrama de Caso de Uso Principal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9" title="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025" y="810768"/>
            <a:ext cx="9791746" cy="5510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Diseño del Sistema · Diagrama de Actividad Principal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85800" y="91440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2E63"/>
                </a:solidFill>
                <a:latin typeface="Arial"/>
                <a:ea typeface="Arial"/>
                <a:cs typeface="Arial"/>
                <a:sym typeface="Arial"/>
              </a:rPr>
              <a:t>Proceso central: gestión de consulta, reclamo o solicitud vecinal.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clean_diagram_slide_infographic_of_a_process_f.png" id="125" name="Google Shape;1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430" y="1325880"/>
            <a:ext cx="7612380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0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Mockups del Sistema Completo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475" y="3489207"/>
            <a:ext cx="4198800" cy="293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475" y="811875"/>
            <a:ext cx="4198812" cy="26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325" y="3374002"/>
            <a:ext cx="5442967" cy="30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0750" y="658376"/>
            <a:ext cx="4434387" cy="271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Arquitectura de Software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00" y="810768"/>
            <a:ext cx="11296078" cy="551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Tecnologías del Desarrollo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10768"/>
            <a:ext cx="11417214" cy="551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Responsabilidades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41693"/>
            <a:ext cx="11886877" cy="3920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f9f648c453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3652" y="836613"/>
            <a:ext cx="6223424" cy="36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f9f648c453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4213" y="4633749"/>
            <a:ext cx="5802864" cy="180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f9f648c453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0988" y="4633749"/>
            <a:ext cx="5802864" cy="180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9f648c453_0_34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Matriz RACI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Estimación de Riesgos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5" title="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75" y="810768"/>
            <a:ext cx="9791746" cy="5510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Planificación · Roadmap por Hitos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125" y="810768"/>
            <a:ext cx="9904140" cy="551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Resumen de Costos Estimados del Proyecto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10768"/>
            <a:ext cx="11195508" cy="551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63"/>
          </a:solidFill>
          <a:ln cap="flat" cmpd="sng" w="12700">
            <a:solidFill>
              <a:srgbClr val="0B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411480" y="109728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Conclusión Final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9738360" y="2011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AF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AF7"/>
                </a:solidFill>
                <a:latin typeface="Arial"/>
                <a:ea typeface="Arial"/>
                <a:cs typeface="Arial"/>
                <a:sym typeface="Arial"/>
              </a:rPr>
              <a:t>Fase 1 · Definición Proyecto APT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11480" y="647395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Proyecto APT · Ingeniería Informática · Duoc UC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>
            <p:ph idx="4294967295" type="sldNum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lang="en-US" sz="8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8C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075" y="810768"/>
            <a:ext cx="10012553" cy="5510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2026-09-03T00:44:01Z</dcterms:created>
  <dc:creator>Equipo Proyecto APT</dc:creator>
</cp:coreProperties>
</file>